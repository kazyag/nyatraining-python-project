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2025/10/22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81592F-83F4-D22A-5532-843116D15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simple-pid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89455A-8114-3D5E-04FE-0F4677FED6E5}"/>
              </a:ext>
            </a:extLst>
          </p:cNvPr>
          <p:cNvSpPr txBox="1"/>
          <p:nvPr/>
        </p:nvSpPr>
        <p:spPr>
          <a:xfrm>
            <a:off x="895382" y="9672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入力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BD45AB6F-5422-F95C-ED9E-74D3476472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086298"/>
              </p:ext>
            </p:extLst>
          </p:nvPr>
        </p:nvGraphicFramePr>
        <p:xfrm>
          <a:off x="921600" y="1336555"/>
          <a:ext cx="10525542" cy="2084226"/>
        </p:xfrm>
        <a:graphic>
          <a:graphicData uri="http://schemas.openxmlformats.org/drawingml/2006/table">
            <a:tbl>
              <a:tblPr/>
              <a:tblGrid>
                <a:gridCol w="1836000">
                  <a:extLst>
                    <a:ext uri="{9D8B030D-6E8A-4147-A177-3AD203B41FA5}">
                      <a16:colId xmlns:a16="http://schemas.microsoft.com/office/drawing/2014/main" val="3376094323"/>
                    </a:ext>
                  </a:extLst>
                </a:gridCol>
                <a:gridCol w="1980000">
                  <a:extLst>
                    <a:ext uri="{9D8B030D-6E8A-4147-A177-3AD203B41FA5}">
                      <a16:colId xmlns:a16="http://schemas.microsoft.com/office/drawing/2014/main" val="528985087"/>
                    </a:ext>
                  </a:extLst>
                </a:gridCol>
                <a:gridCol w="3354771">
                  <a:extLst>
                    <a:ext uri="{9D8B030D-6E8A-4147-A177-3AD203B41FA5}">
                      <a16:colId xmlns:a16="http://schemas.microsoft.com/office/drawing/2014/main" val="1334967635"/>
                    </a:ext>
                  </a:extLst>
                </a:gridCol>
                <a:gridCol w="3354771">
                  <a:extLst>
                    <a:ext uri="{9D8B030D-6E8A-4147-A177-3AD203B41FA5}">
                      <a16:colId xmlns:a16="http://schemas.microsoft.com/office/drawing/2014/main" val="1474170880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型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説明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設定値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929474"/>
                  </a:ext>
                </a:extLst>
              </a:tr>
              <a:tr h="24897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Kp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比例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(0.5 * Ku) P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制御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0.5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913038"/>
                  </a:ext>
                </a:extLst>
              </a:tr>
              <a:tr h="24897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Ki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積分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(0.45 * Ku ) PI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制御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0.1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451039"/>
                  </a:ext>
                </a:extLst>
              </a:tr>
              <a:tr h="24897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Kd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微分のゲイン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(0.6 * Ku) PID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制御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0.05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4733197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setpoint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目標値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I/F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から取得する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25260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current_value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I/F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から取得する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00467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sample_time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float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コントローラの更新間隔（秒）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0.01s(10ms)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026298"/>
                  </a:ext>
                </a:extLst>
              </a:tr>
              <a:tr h="1238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output_limits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tuple(float float)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操作量上下限値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min_output(-10)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421329"/>
                  </a:ext>
                </a:extLst>
              </a:tr>
              <a:tr h="1238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max_output(10)</a:t>
                      </a:r>
                      <a:endParaRPr lang="ja-JP" altLang="en-US" sz="14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39191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4EBE9B-94E5-76FD-BAC2-F9FA80FC56DC}"/>
              </a:ext>
            </a:extLst>
          </p:cNvPr>
          <p:cNvSpPr txBox="1"/>
          <p:nvPr/>
        </p:nvSpPr>
        <p:spPr>
          <a:xfrm>
            <a:off x="895381" y="34372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出力</a:t>
            </a:r>
            <a:endParaRPr kumimoji="1" lang="ja-JP" altLang="en-US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D3AB2D13-B774-BCB9-48C4-466443FDC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278281"/>
              </p:ext>
            </p:extLst>
          </p:nvPr>
        </p:nvGraphicFramePr>
        <p:xfrm>
          <a:off x="921600" y="3965713"/>
          <a:ext cx="7543800" cy="445770"/>
        </p:xfrm>
        <a:graphic>
          <a:graphicData uri="http://schemas.openxmlformats.org/drawingml/2006/table">
            <a:tbl>
              <a:tblPr/>
              <a:tblGrid>
                <a:gridCol w="2010443">
                  <a:extLst>
                    <a:ext uri="{9D8B030D-6E8A-4147-A177-3AD203B41FA5}">
                      <a16:colId xmlns:a16="http://schemas.microsoft.com/office/drawing/2014/main" val="111783102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98378859"/>
                    </a:ext>
                  </a:extLst>
                </a:gridCol>
                <a:gridCol w="3704557">
                  <a:extLst>
                    <a:ext uri="{9D8B030D-6E8A-4147-A177-3AD203B41FA5}">
                      <a16:colId xmlns:a16="http://schemas.microsoft.com/office/drawing/2014/main" val="291795592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名称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型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説明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891922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control </a:t>
                      </a:r>
                      <a:r>
                        <a:rPr lang="en-US" sz="1400" b="0" i="0" u="none" strike="sng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 output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float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調整値 （どちらの値も使用可能）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755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352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121</Words>
  <Application>Microsoft Office PowerPoint</Application>
  <PresentationFormat>ワイド画面</PresentationFormat>
  <Paragraphs>42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BIZ UDゴシック</vt:lpstr>
      <vt:lpstr>Aptos</vt:lpstr>
      <vt:lpstr>Aptos Display</vt:lpstr>
      <vt:lpstr>Arial</vt:lpstr>
      <vt:lpstr>Office テーマ</vt:lpstr>
      <vt:lpstr>simple-pid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14</cp:revision>
  <dcterms:created xsi:type="dcterms:W3CDTF">2012-07-27T23:28:17Z</dcterms:created>
  <dcterms:modified xsi:type="dcterms:W3CDTF">2025-10-22T07:09:56Z</dcterms:modified>
</cp:coreProperties>
</file>